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2984" cy="6858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4062984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My Presentation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