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of the slide N°1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of the slide N°1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of the slide N°2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 text</a:t>
            </a:r>
          </a:p>
          <a:p>
            <a:pPr lvl="1"/>
            <a:r>
              <a:t>Text of the bullet point of level 2</a:t>
            </a:r>
          </a:p>
          <a:p>
            <a:pPr lvl="2"/>
            <a:r>
              <a:t>Text of the bullet point of level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