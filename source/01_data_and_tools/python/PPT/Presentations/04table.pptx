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Revenue Summary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828800" y="1828800"/>
          <a:ext cx="54864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</a:tblGrid>
              <a:tr h="274320">
                <a:tc>
                  <a:txBody>
                    <a:bodyPr/>
                    <a:lstStyle/>
                    <a:p>
                      <a:pPr algn="ctr">
                        <a:defRPr b="1" sz="1600"/>
                      </a:pPr>
                      <a:r>
                        <a:t>Year</a:t>
                      </a:r>
                    </a:p>
                  </a:txBody>
                  <a:tcPr>
                    <a:solidFill>
                      <a:srgbClr val="DCDCD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600"/>
                      </a:pPr>
                      <a:r>
                        <a:t>Revenue (€M)</a:t>
                      </a:r>
                    </a:p>
                  </a:txBody>
                  <a:tcPr>
                    <a:solidFill>
                      <a:srgbClr val="DCDCD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>
                        <a:defRPr sz="1600"/>
                      </a:pPr>
                      <a:r>
                        <a:t>2020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/>
                      </a:pPr>
                      <a:r>
                        <a:t>120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 algn="ctr">
                        <a:defRPr sz="1600"/>
                      </a:pPr>
                      <a:r>
                        <a:t>2021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/>
                      </a:pPr>
                      <a:r>
                        <a:t>150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 algn="ctr">
                        <a:defRPr sz="1600"/>
                      </a:pPr>
                      <a:r>
                        <a:t>2022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/>
                      </a:pPr>
                      <a:r>
                        <a:t>180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 algn="ctr">
                        <a:defRPr sz="1600"/>
                      </a:pPr>
                      <a:r>
                        <a:t>2023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/>
                      </a:pPr>
                      <a:r>
                        <a:t>210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